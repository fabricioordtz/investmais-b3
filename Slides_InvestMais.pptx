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Invest+ Corretora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Carteira B3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Big Data em Python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200400" y="3063240"/>
            <a:ext cx="2743200" cy="4572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Fabricio Raddatz Ribeiro Araujo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 ·  Estácio de Sá — São José  ·  Prof. Robson Lorbieski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é a Equipe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1051560"/>
            <a:ext cx="45720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0" y="13258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Fabricio Raddatz Ribeiro Araujo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Dados — Desenvolvedor do Projeto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0" y="2286000"/>
            <a:ext cx="329184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2423160"/>
            <a:ext cx="4389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Instituição: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Estácio de Sá — Campus São José
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
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Robson Lorbieski
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github.com/Fabricioordtz/investmais-b3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é a Empresa Parceira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1148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430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Corretora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José — SC
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assessores de investimentos
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 clientes ativos
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investidores iniciantes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84048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 da Parceria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664208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Invest+ não dispunha de ferramentas analíticas para mostrar aos seus clientes o desempenho real de seus investimentos em comparação com a poupança.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projeto entrega essa solução: um sistema em Python que varre 50 ações da B3, ranqueia as melhores oportunidades e simula o resultado real de uma carteira com aportes mensais.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Problema a Empresa Tinha?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651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❌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comparativo visual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487168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Assessores não conseguiam mostrar ao cliente se as ações renderam mais do que a poupança.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55848" y="1005840"/>
            <a:ext cx="2651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55848" y="1188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📉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47288" y="1920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desorganizados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93008" y="2487168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Cotações históricas espalhadas, sem análise consolidada de risco e retorno por ativo.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54496" y="1005840"/>
            <a:ext cx="2651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54496" y="1188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⏳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45936" y="1920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manual lenta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91656" y="2487168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manual para avaliar dezenas de ações inviabilizava decisões rápidas e bem embasadas.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Resolvemos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1051560"/>
            <a:ext cx="822960" cy="8229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051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40280" y="1435608"/>
            <a:ext cx="320040" cy="0"/>
          </a:xfrm>
          <a:prstGeom prst="line">
            <a:avLst/>
          </a:prstGeom>
          <a:noFill/>
          <a:ln w="31750">
            <a:solidFill>
              <a:srgbClr val="E8B8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2057400"/>
            <a:ext cx="18288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17627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com 50 ações da B3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meses de preços reais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0" y="1051560"/>
            <a:ext cx="822960" cy="8229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1051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343400" y="1435608"/>
            <a:ext cx="320040" cy="0"/>
          </a:xfrm>
          <a:prstGeom prst="line">
            <a:avLst/>
          </a:prstGeom>
          <a:noFill/>
          <a:ln w="31750">
            <a:solidFill>
              <a:srgbClr val="E8B8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2057400"/>
            <a:ext cx="18288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60320" y="217627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06040" y="26517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calcula retorno,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volatilidade e score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12080" y="1051560"/>
            <a:ext cx="822960" cy="8229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1051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446520" y="1435608"/>
            <a:ext cx="320040" cy="0"/>
          </a:xfrm>
          <a:prstGeom prst="line">
            <a:avLst/>
          </a:prstGeom>
          <a:noFill/>
          <a:ln w="31750">
            <a:solidFill>
              <a:srgbClr val="E8B8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2057400"/>
            <a:ext cx="18288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217627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09160" y="26517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ações pela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relação risco/retorno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0" y="1051560"/>
            <a:ext cx="822960" cy="8229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1051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720840" y="2057400"/>
            <a:ext cx="18288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66560" y="217627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12280" y="26517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R$ 1.000/mês nas Top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 à poupança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Ferramentas: Python 3  ·  Pandas  ·  Matplotlib  ·  NumPy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da Solução — Ranking das Ações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pic>
        <p:nvPicPr>
          <p:cNvPr id="4" name="Image 0" descr="/mnt/user-data/outputs/grafico1_ranking_top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822960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varreu 50 ações e ranqueou pela melhor relação retorno/risco automaticamente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da Solução — Mapa Risco vs Retorno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pic>
        <p:nvPicPr>
          <p:cNvPr id="4" name="Image 0" descr="/mnt/user-data/outputs/grafico2_risco_retor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822960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ponto representa uma das 50 ações analisadas · Top 3 destacadas com borda escura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da Solução — Simulação de Carteira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pic>
        <p:nvPicPr>
          <p:cNvPr id="4" name="Image 0" descr="/mnt/user-data/outputs/grafico4_simulacao_cartei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822960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R$ 1.000/mês nas Top 3 selecionadas (CURY3 · MRVE3 · DIRR3) · Mai/2025 – Abr/2026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da Solução — Composição da Carteira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pic>
        <p:nvPicPr>
          <p:cNvPr id="4" name="Image 0" descr="/mnt/user-data/outputs/grafico3_pizza_cartei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502920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77840" y="1051560"/>
            <a:ext cx="25603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577840" y="1216152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R$ 16.388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577840" y="1920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final (Mai/26)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577840" y="2606040"/>
            <a:ext cx="25603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77840" y="2770632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+36,6%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577840" y="3474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Rendimento da carteira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577840" y="4160520"/>
            <a:ext cx="25603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577840" y="4325112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+3,9%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5577840" y="5029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Rendimento da poupança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 Relato da Empresa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5603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70432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analisadas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33472" y="1005840"/>
            <a:ext cx="25603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33472" y="1170432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33472" y="1874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processados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9744" y="1005840"/>
            <a:ext cx="25603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9744" y="1170432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R$ 3.915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809744" y="1874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extra vs poupança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86016" y="1005840"/>
            <a:ext cx="25603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86016" y="1170432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9,4×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986016" y="1874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que a poupança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06040"/>
            <a:ext cx="82296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26517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❝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188720" y="2743200"/>
            <a:ext cx="7132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ferramenta nos dá exatamente o que precisávamos para mostrar ao cliente de forma simples se valeu a pena investir em ações. O gráfico comparativo com a poupança é muito didático.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0" y="3931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Assessor da Invest+ Corretora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 do Projeto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8288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🐍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Python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395728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analise_bigdata.py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Disponível no GitHub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60320" y="1005840"/>
            <a:ext cx="18288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143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06040" y="1874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2395728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dados_b3.csv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ações · 650 registros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18288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143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09160" y="1874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Gráficos gerados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2395728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· Risco/Retorno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· Simulação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766560" y="1005840"/>
            <a:ext cx="18288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1143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12280" y="1874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0" y="2395728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técnico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de extensão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github.com/Fabricioordtz/investmais-b3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 Individual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43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Fabricio Raddatz Ribeiro Araujo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6809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Contextualização: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 o projeto integralmente — da coleta dos dados à geração dos gráficos e documentação.
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Aprendizados: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 na prática como o Pandas processa grandes volumes de dados e como a visualização transforma números em decisões.
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Dificuldades: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Estruturar o score combinando retorno e risco foi o maior desafio — entender que alto rendimento sem consistência não é uma boa recomendação.
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Perspectivas: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Expandir para dados diários em tempo real via API e criar um dashboard interativo com Plotly ou Streamlit.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E86AB">
              <a:alpha val="40000"/>
            </a:srgbClr>
          </a:solidFill>
          <a:ln w="12700">
            <a:solidFill>
              <a:srgbClr val="2E86AB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Invest+ Corretora · Big Data · Estácio de Sá — São José · 2026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00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github.com/Fabricioordtz/investmais-b3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Fabricio Raddatz Ribeiro Araujo  ·  raddatzfabricio10@gmail.com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Invest+ Corretora — Análise de Carteira B3</dc:title>
  <dc:subject>PptxGenJS Presentation</dc:subject>
  <dc:creator>PptxGenJS</dc:creator>
  <cp:lastModifiedBy>PptxGenJS</cp:lastModifiedBy>
  <cp:revision>1</cp:revision>
  <dcterms:created xsi:type="dcterms:W3CDTF">2026-06-06T23:52:53Z</dcterms:created>
  <dcterms:modified xsi:type="dcterms:W3CDTF">2026-06-06T23:52:53Z</dcterms:modified>
</cp:coreProperties>
</file>